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1B1DA-9935-4CBD-9618-79C40329D8F2}" v="3" dt="2026-04-06T07:07:11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PRIYA E P" userId="e38450d5e836b7a7" providerId="LiveId" clId="{0F5A568C-44B5-411A-B31F-48A38FDFCE3C}"/>
    <pc:docChg chg="custSel addSld modSld">
      <pc:chgData name="KRISHNAPRIYA E P" userId="e38450d5e836b7a7" providerId="LiveId" clId="{0F5A568C-44B5-411A-B31F-48A38FDFCE3C}" dt="2026-04-07T05:02:47.514" v="45" actId="1076"/>
      <pc:docMkLst>
        <pc:docMk/>
      </pc:docMkLst>
      <pc:sldChg chg="modSp mod">
        <pc:chgData name="KRISHNAPRIYA E P" userId="e38450d5e836b7a7" providerId="LiveId" clId="{0F5A568C-44B5-411A-B31F-48A38FDFCE3C}" dt="2026-04-06T07:07:52.042" v="26" actId="20577"/>
        <pc:sldMkLst>
          <pc:docMk/>
          <pc:sldMk cId="0" sldId="256"/>
        </pc:sldMkLst>
        <pc:spChg chg="mod">
          <ac:chgData name="KRISHNAPRIYA E P" userId="e38450d5e836b7a7" providerId="LiveId" clId="{0F5A568C-44B5-411A-B31F-48A38FDFCE3C}" dt="2026-04-06T07:07:52.042" v="26" actId="20577"/>
          <ac:spMkLst>
            <pc:docMk/>
            <pc:sldMk cId="0" sldId="256"/>
            <ac:spMk id="4" creationId="{505D8529-A7EF-ED1D-AA29-31DE99A45231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57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7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58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8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59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0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0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1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1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2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2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3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4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4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KRISHNAPRIYA E P" userId="e38450d5e836b7a7" providerId="LiveId" clId="{0F5A568C-44B5-411A-B31F-48A38FDFCE3C}" dt="2026-04-06T07:07:11.563" v="2"/>
        <pc:sldMkLst>
          <pc:docMk/>
          <pc:sldMk cId="0" sldId="265"/>
        </pc:sldMkLst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5"/>
            <ac:spMk id="2" creationId="{00000000-0000-0000-0000-000000000000}"/>
          </ac:spMkLst>
        </pc:spChg>
        <pc:spChg chg="mod">
          <ac:chgData name="KRISHNAPRIYA E P" userId="e38450d5e836b7a7" providerId="LiveId" clId="{0F5A568C-44B5-411A-B31F-48A38FDFCE3C}" dt="2026-04-06T07:07:11.563" v="2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">
        <pc:chgData name="KRISHNAPRIYA E P" userId="e38450d5e836b7a7" providerId="LiveId" clId="{0F5A568C-44B5-411A-B31F-48A38FDFCE3C}" dt="2026-04-07T04:36:43.032" v="33" actId="14100"/>
        <pc:sldMkLst>
          <pc:docMk/>
          <pc:sldMk cId="1611261071" sldId="266"/>
        </pc:sldMkLst>
        <pc:picChg chg="del mod">
          <ac:chgData name="KRISHNAPRIYA E P" userId="e38450d5e836b7a7" providerId="LiveId" clId="{0F5A568C-44B5-411A-B31F-48A38FDFCE3C}" dt="2026-04-07T04:35:49.626" v="28" actId="21"/>
          <ac:picMkLst>
            <pc:docMk/>
            <pc:sldMk cId="1611261071" sldId="266"/>
            <ac:picMk id="3" creationId="{FFD11BD9-FC7B-6B68-1C9C-2EA543B7C07C}"/>
          </ac:picMkLst>
        </pc:picChg>
        <pc:picChg chg="add mod">
          <ac:chgData name="KRISHNAPRIYA E P" userId="e38450d5e836b7a7" providerId="LiveId" clId="{0F5A568C-44B5-411A-B31F-48A38FDFCE3C}" dt="2026-04-07T04:36:43.032" v="33" actId="14100"/>
          <ac:picMkLst>
            <pc:docMk/>
            <pc:sldMk cId="1611261071" sldId="266"/>
            <ac:picMk id="5" creationId="{54DAB67C-795B-66B3-E4BF-048AA29C829D}"/>
          </ac:picMkLst>
        </pc:picChg>
      </pc:sldChg>
      <pc:sldChg chg="delSp modSp new mod">
        <pc:chgData name="KRISHNAPRIYA E P" userId="e38450d5e836b7a7" providerId="LiveId" clId="{0F5A568C-44B5-411A-B31F-48A38FDFCE3C}" dt="2026-04-07T05:02:47.514" v="45" actId="1076"/>
        <pc:sldMkLst>
          <pc:docMk/>
          <pc:sldMk cId="214781492" sldId="267"/>
        </pc:sldMkLst>
        <pc:spChg chg="mod">
          <ac:chgData name="KRISHNAPRIYA E P" userId="e38450d5e836b7a7" providerId="LiveId" clId="{0F5A568C-44B5-411A-B31F-48A38FDFCE3C}" dt="2026-04-07T05:02:47.514" v="45" actId="1076"/>
          <ac:spMkLst>
            <pc:docMk/>
            <pc:sldMk cId="214781492" sldId="267"/>
            <ac:spMk id="2" creationId="{9DC4B118-9BDF-576F-BBB0-A412739823F6}"/>
          </ac:spMkLst>
        </pc:spChg>
        <pc:spChg chg="del">
          <ac:chgData name="KRISHNAPRIYA E P" userId="e38450d5e836b7a7" providerId="LiveId" clId="{0F5A568C-44B5-411A-B31F-48A38FDFCE3C}" dt="2026-04-07T05:02:24.139" v="35" actId="21"/>
          <ac:spMkLst>
            <pc:docMk/>
            <pc:sldMk cId="214781492" sldId="267"/>
            <ac:spMk id="3" creationId="{41B75541-E5C1-91E4-3F09-BE5BFC2E95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87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590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4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0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3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1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4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" y="2388573"/>
            <a:ext cx="8229600" cy="1760640"/>
          </a:xfrm>
        </p:spPr>
        <p:txBody>
          <a:bodyPr/>
          <a:lstStyle/>
          <a:p>
            <a:r>
              <a:rPr sz="4400" dirty="0"/>
              <a:t>BMW Sales Analysis (2010–2024)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D8529-A7EF-ED1D-AA29-31DE99A45231}"/>
              </a:ext>
            </a:extLst>
          </p:cNvPr>
          <p:cNvSpPr txBox="1"/>
          <p:nvPr/>
        </p:nvSpPr>
        <p:spPr>
          <a:xfrm>
            <a:off x="6096001" y="5584723"/>
            <a:ext cx="2688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Krishnapriya</a:t>
            </a:r>
            <a:r>
              <a:rPr lang="en-IN" sz="2400" dirty="0"/>
              <a:t> E.P</a:t>
            </a:r>
          </a:p>
          <a:p>
            <a:r>
              <a:rPr lang="en-IN" sz="2400" dirty="0" err="1"/>
              <a:t>Date:April</a:t>
            </a:r>
            <a:r>
              <a:rPr lang="en-IN" sz="2400"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BMW sales performance (2010–2024)</a:t>
            </a:r>
          </a:p>
          <a:p>
            <a:r>
              <a:t>Identify top-selling BMW models</a:t>
            </a:r>
          </a:p>
          <a:p>
            <a:r>
              <a:t>Compare fuel type performance</a:t>
            </a:r>
          </a:p>
          <a:p>
            <a:r>
              <a:t>Study price vs mileage relationship</a:t>
            </a:r>
          </a:p>
          <a:p>
            <a:r>
              <a:t>Generate insights using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BMW Sales Dataset</a:t>
            </a:r>
          </a:p>
          <a:p>
            <a:r>
              <a:t>Records: 50,000</a:t>
            </a:r>
          </a:p>
          <a:p>
            <a:r>
              <a:t>Time Period: 2010–2024</a:t>
            </a:r>
          </a:p>
          <a:p>
            <a:r>
              <a:t>Key Fields: Model, Year, Region, Sales Volume, Revenue, Price, Mileage, Fuel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BMW models perform best?</a:t>
            </a:r>
          </a:p>
          <a:p>
            <a:r>
              <a:t>How do sales change over time?</a:t>
            </a:r>
          </a:p>
          <a:p>
            <a:r>
              <a:t>Which regions generate the highest revenue?</a:t>
            </a:r>
          </a:p>
          <a:p>
            <a:r>
              <a:t>Which fuel types dominate sales?</a:t>
            </a:r>
          </a:p>
          <a:p>
            <a:r>
              <a:t>What is the price vs mileage relationship?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cleaned using Power Query</a:t>
            </a:r>
          </a:p>
          <a:p>
            <a:r>
              <a:t>Removed missing values</a:t>
            </a:r>
          </a:p>
          <a:p>
            <a:r>
              <a:t>Corrected data types</a:t>
            </a:r>
          </a:p>
          <a:p>
            <a:r>
              <a:t>Created DAX measures</a:t>
            </a:r>
          </a:p>
          <a:p>
            <a:r>
              <a:t>KPIs: Total Sales, Total Revenue, Average Price, Average Mileage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Year-wise sales trend analysis</a:t>
            </a:r>
          </a:p>
          <a:p>
            <a:r>
              <a:t>Model-wise performance comparison</a:t>
            </a:r>
          </a:p>
          <a:p>
            <a:r>
              <a:t>Fuel type distribution analysis</a:t>
            </a:r>
          </a:p>
          <a:p>
            <a:r>
              <a:t>Price vs mileage relationship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D3DA07-170E-82BF-5679-A78EE2FF8507}"/>
              </a:ext>
            </a:extLst>
          </p:cNvPr>
          <p:cNvSpPr txBox="1"/>
          <p:nvPr/>
        </p:nvSpPr>
        <p:spPr>
          <a:xfrm>
            <a:off x="324466" y="210772"/>
            <a:ext cx="9271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Power BI Dashboard- BMW  Sales Overview(2010-2024)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AB67C-795B-66B3-E4BF-048AA29C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1227914"/>
            <a:ext cx="8829367" cy="541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6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Cards: Sales, Revenue, Avg Price, Avg Mileage</a:t>
            </a:r>
          </a:p>
          <a:p>
            <a:r>
              <a:t>Line Chart: Yearly sales trend</a:t>
            </a:r>
          </a:p>
          <a:p>
            <a:r>
              <a:t>Bar Chart: Top BMW models</a:t>
            </a:r>
          </a:p>
          <a:p>
            <a:r>
              <a:t>Donut Chart: Fuel type contribution</a:t>
            </a:r>
          </a:p>
          <a:p>
            <a:r>
              <a:t>Scatter Plot: Price vs Mileage</a:t>
            </a:r>
          </a:p>
          <a:p>
            <a:r>
              <a:t>Column Chart: Revenue by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gradually increased over the years</a:t>
            </a:r>
          </a:p>
          <a:p>
            <a:r>
              <a:t>Peak sales observed around 2022–2023</a:t>
            </a:r>
          </a:p>
          <a:p>
            <a:r>
              <a:t>7 Series, i8, X5 contribute major sales</a:t>
            </a:r>
          </a:p>
          <a:p>
            <a:r>
              <a:t>Hybrid and electric vehicles growing</a:t>
            </a:r>
          </a:p>
          <a:p>
            <a:r>
              <a:t>Premium segment demand increasing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concentrated on limited models</a:t>
            </a:r>
          </a:p>
          <a:p>
            <a:r>
              <a:t>Underperforming regions</a:t>
            </a:r>
          </a:p>
          <a:p>
            <a:r>
              <a:t>Year-wise sales fluctuations</a:t>
            </a:r>
          </a:p>
          <a:p>
            <a:r>
              <a:t>Possible market saturation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mid-performing models</a:t>
            </a:r>
          </a:p>
          <a:p>
            <a:r>
              <a:t>Focus on electric and hybrid vehicles</a:t>
            </a:r>
          </a:p>
          <a:p>
            <a:r>
              <a:t>Use region-specific marketing</a:t>
            </a:r>
          </a:p>
          <a:p>
            <a:r>
              <a:t>Apply data-driven pricing strategies</a:t>
            </a:r>
          </a:p>
          <a:p>
            <a:r>
              <a:t>Power BI dashboards support better sales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B118-9BDF-576F-BBB0-A4127398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043" y="2017579"/>
            <a:ext cx="7269480" cy="1325562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478149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94</TotalTime>
  <Words>288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BMW Sales Analysis (2010–2024)</vt:lpstr>
      <vt:lpstr>Objective</vt:lpstr>
      <vt:lpstr>Dataset Overview</vt:lpstr>
      <vt:lpstr>Business Questions</vt:lpstr>
      <vt:lpstr>Data Processing</vt:lpstr>
      <vt:lpstr>Exploratory Data Analysis</vt:lpstr>
      <vt:lpstr>PowerPoint Presentation</vt:lpstr>
      <vt:lpstr>Dashboard Overview</vt:lpstr>
      <vt:lpstr>Key Insights</vt:lpstr>
      <vt:lpstr>Problems Identified</vt:lpstr>
      <vt:lpstr>Recommendations &amp;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KRISHNAPRIYA E P</cp:lastModifiedBy>
  <cp:revision>3</cp:revision>
  <dcterms:created xsi:type="dcterms:W3CDTF">2013-01-27T09:14:16Z</dcterms:created>
  <dcterms:modified xsi:type="dcterms:W3CDTF">2026-04-07T05:02:47Z</dcterms:modified>
  <cp:category/>
</cp:coreProperties>
</file>